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82880"/>
            <a:ext cx="9601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888888"/>
                </a:solidFill>
              </a:rPr>
              <a:t>Indraprastha Institute of Information Technology Delhi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188720"/>
            <a:ext cx="10241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595959"/>
                </a:solidFill>
              </a:rPr>
              <a:t>Profiling CPU, Network Stack, and GPU Overheads
in Containerized vs Non-Containerized ML Workloads
using eBPF and eGPU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154680"/>
            <a:ext cx="10241280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AB5AE"/>
                </a:solidFill>
              </a:rPr>
              <a:t>GRS Project Part B  |  Group 21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94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95959"/>
                </a:solidFill>
              </a:rPr>
              <a:t>  •  Dewansh Khandelwal   •  Palak Mishra   •  Sanskar Goyal   •  Yash Nimkar   •  Kunal Verma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343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88"/>
                </a:solidFill>
              </a:rPr>
              <a:t>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Motivation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3566160" cy="43891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Containerisation 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64792"/>
            <a:ext cx="3566160" cy="411480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745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Docker &amp; Kubernetes are standard in ML clusters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3288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cgroup CPU limits add scheduling overhead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191256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veth bridge traversal on every packet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849624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No kernel-level breakdown by subsystem exists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95928" y="1325880"/>
            <a:ext cx="3566160" cy="43891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TCP Network Blindspot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995928" y="1764792"/>
            <a:ext cx="3566160" cy="411480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87368" y="18745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Most research clusters use RDMA, but small labs use TCP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87368" y="253288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AllReduce over TCP — kernel-level cost unknown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87368" y="3191256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Socket buffer stalls invisible to ML framework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87368" y="3849624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eBPF can observe tcp_sendmsg without modifying PyTorch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71816" y="1325880"/>
            <a:ext cx="3566160" cy="43891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eBPF Opportunity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71816" y="1764792"/>
            <a:ext cx="3566160" cy="411480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63256" y="18745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Production-grade kernel observability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63256" y="2532888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kprobes, tracepoints, TC hooks, XDP, uprobes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63256" y="3191256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Near-zero overhead vs strace/ptrace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63256" y="3849624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No prior work unifies CPU + GPU + network timelines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Objectives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502920" cy="118872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645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371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B5AE"/>
                </a:solidFill>
              </a:rPr>
              <a:t>Containerization Overhead Quantification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764792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Measure CPU scheduling delays, syscall counts/latency, and network stack traversal between native and Docker execution of a 2-GPU ML job.
Instrument: sched_switch, sys_enter/exit, tcp_sendmsg/recvmsg, nvidia-smi.
Deliverable: Per-subsystem overhead table.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834640"/>
            <a:ext cx="11521440" cy="18288"/>
          </a:xfrm>
          <a:prstGeom prst="rect">
            <a:avLst/>
          </a:prstGeom>
          <a:solidFill>
            <a:srgbClr val="D6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" y="2990088"/>
            <a:ext cx="502920" cy="118872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31012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035808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B5AE"/>
                </a:solidFill>
              </a:rPr>
              <a:t>TCP Network Stack Profiling (Two-Node)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4290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Deploy PyTorch FL across two laptops over TCP and profile gradient sync cost at the socket layer.
Instrument: tcp_sendmsg, tcp_recvmsg, tcp_retransmit_skb, sched_wakeup.
Deliverable: Timeline showing GPU compute, TCP send/recv, and scheduler events.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498848"/>
            <a:ext cx="11521440" cy="18288"/>
          </a:xfrm>
          <a:prstGeom prst="rect">
            <a:avLst/>
          </a:prstGeom>
          <a:solidFill>
            <a:srgbClr val="D6F2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4654296"/>
            <a:ext cx="502920" cy="118872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0040" y="4974336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00016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AB5AE"/>
                </a:solidFill>
              </a:rPr>
              <a:t>Cross-Scenario Comparison &amp; Overhead Attribution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093208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Compare: (a) single-server bare-metal, (b) single-server containerized, (c) distributed TCP.
For each: GPU util %, AllReduce latency, scheduler delay, network overhead, syscall frequency.
Deliverable: Comparative profiles + conclusion on where to optimize.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Background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2788920" cy="40233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eBPF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700784"/>
            <a:ext cx="2788920" cy="420624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801368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Sandboxed kernel programs — no module needed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551176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Attachment: kprobes, tracepoints, uprobes, TC hooks, XDP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00984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Maps (hash, ringbuf) for kernel→user data transfer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50792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Frontend: BCC (Python), bpftrace, libbpf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00600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Near-zero overhead vs strace/ptrace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1298448"/>
            <a:ext cx="2788920" cy="40233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eGPU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2968" y="1700784"/>
            <a:ext cx="2788920" cy="420624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1801368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First eBPF runtime that offloads to GPU via PTX injection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551176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Instruments kernel launches, LD/ST memory ops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3300984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Events in shared eBPF maps — no copy overhead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4050792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Requires LLVM ≥15 + bpftime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4800600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We use hybrid fallback: uprobes on libcuda.so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71616" y="1298448"/>
            <a:ext cx="2788920" cy="40233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Containerisation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71616" y="1700784"/>
            <a:ext cx="2788920" cy="420624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6" y="1801368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Namespaces: network, pid, mount isolation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2551176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cgroups: per-cgroup CPU budgets → throttle events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3300984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Docker bridge: container netns → veth → docker0 → host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4050792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≥2 namespace crossings per packet vs bare-metal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4800600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GPU pass-through via NVIDIA Container Toolkit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70264" y="1298448"/>
            <a:ext cx="2788920" cy="40233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PyTorch DDP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70264" y="1700784"/>
            <a:ext cx="2788920" cy="420624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1704" y="1801368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Data Parallelism: each GPU holds full model replica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1704" y="2551176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AllReduce aggregates gradients after each backward pass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1704" y="3300984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NCCL: NVLink/PCIe on single-server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1704" y="4050792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Gloo/TCP: cross-node gradient sync over sockets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1704" y="4800600"/>
            <a:ext cx="262432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No PyTorch/NCCL source modification needed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Design &amp; Implementation — System Overview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298448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95959"/>
                </a:solidFill>
              </a:rPr>
              <a:t>Experiment Configurations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2011680" cy="82296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Config A
Single-Server
Multi-GPU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691640"/>
            <a:ext cx="3520440" cy="82296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95959"/>
                </a:solidFill>
              </a:rPr>
              <a:t>1 server × 2 NVIDIA H100 NVL
AMD EPYC 9354 32-core
503 GB RAM, CUDA 12.1
Kernel 5.15 / Ubuntu 22.04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691640"/>
            <a:ext cx="2011680" cy="82296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Config B
Two-Node
Distributed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691640"/>
            <a:ext cx="3520440" cy="82296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95959"/>
                </a:solidFill>
              </a:rPr>
              <a:t>2 laptops × 1 RTX GPU each
Connected over Wi-Fi / TCP
FL workload (HTTP parameter server)
PyTorch ResNet-18 / CIFAR-10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74320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95959"/>
                </a:solidFill>
              </a:rPr>
              <a:t>Profiling Framework — 4 Concurrent Layers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54680"/>
            <a:ext cx="2788920" cy="40233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ML Workload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557016"/>
            <a:ext cx="2788920" cy="100584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95959"/>
                </a:solidFill>
              </a:rPr>
              <a:t>ResNet-18 / CIFAR-10
PyTorch DDP, 2 GPU
10 epochs, batch=128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2968" y="3154680"/>
            <a:ext cx="2788920" cy="40233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eBPF Probing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2968" y="3557016"/>
            <a:ext cx="2788920" cy="100584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95959"/>
                </a:solidFill>
              </a:rPr>
              <a:t>sched_switch tracepoint
sys_enter/exit tracepoints
tcp_sendmsg/recvmsg kprobes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71616" y="3154680"/>
            <a:ext cx="2788920" cy="40233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GPU Profiling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71616" y="3557016"/>
            <a:ext cx="2788920" cy="100584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95959"/>
                </a:solidFill>
              </a:rPr>
              <a:t>Primary: eGPU uprobes
on libcuda.so (hybrid)
Secondary: nvidia-smi 100ms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970264" y="3154680"/>
            <a:ext cx="2788920" cy="40233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Data Collection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70264" y="3557016"/>
            <a:ext cx="2788920" cy="100584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595959"/>
                </a:solidFill>
              </a:rPr>
              <a:t>Ring buffer → userspace
Timestamped CSV/JSON
CLOCK_MONOTONIC aligned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" y="47548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Workload: ResNet-18 on CIFAR-10  |  PyTorch DDP  |  torchrun --nproc_per_node=2  |  10 epochs  |  batch_size=128  |  lr=0.01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Implementation — eBPF Profiling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298448"/>
            <a:ext cx="2788920" cy="54864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CPU Scheduler
G_21_cpu_profiler.py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47088"/>
            <a:ext cx="2788920" cy="402336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956816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Attaches to sched:sched_switch tracepoint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670048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Records: scheduling latency (run-queue wait time)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3383280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Context switch count per CPU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4096512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Per-process execution runtime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4809744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Events streamed via perf buffers → CSV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1298448"/>
            <a:ext cx="2788920" cy="54864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Syscall Counter
G_21_syscall_counter.py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72968" y="1847088"/>
            <a:ext cx="2788920" cy="402336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1956816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Attaches to raw_syscalls:sys_enter / sys_exit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670048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Per-syscall: count, avg/min/max latency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3383280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Key calls: futex, gettid, poll, read, ioctl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4096512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Reveals namespace-crossing overhead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64408" y="4809744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Outputs: CSV with 121–167 unique syscall types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71616" y="1298448"/>
            <a:ext cx="2788920" cy="54864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Network Profiler
G_21_net_profiler.py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71616" y="1847088"/>
            <a:ext cx="2788920" cy="402336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6" y="1956816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kprobes on tcp_sendmsg + tcp_recvmsg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2670048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Measures: start→end latency per TCP operation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3383280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Captures: bytes, PID, comm, direction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63056" y="4096512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Shows container veth bridge overhead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4809744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Outputs: per-event CSV with latency in μs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70264" y="1298448"/>
            <a:ext cx="2788920" cy="54864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</a:rPr>
              <a:t>GPU Monitor
G_21_gpu_monitor_nvidia.py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70264" y="1847088"/>
            <a:ext cx="2788920" cy="402336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61704" y="1956816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nvidia-smi polling at 100ms intervals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61704" y="2670048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Metrics: util%, memory MB, power W, temp °C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61704" y="3383280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Per-GPU (both GPU 0 and GPU 1 captured)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61704" y="4096512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eGPU hybrid: uprobes on libcuda.so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61704" y="4809744"/>
            <a:ext cx="2624328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•  Traces cuLaunchKernel, cuMemcpyHtoD/DtoH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" y="589788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888888"/>
                </a:solidFill>
              </a:rPr>
              <a:t>⚙  BCC eBPF scripts use system Python with PYTHONPATH=/usr/lib/python3/dist-packages (not venv) — venv lacks BCC bindings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eGPU: Attempted Instrumentation &amp; Hybrid Fallback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5532120" cy="43891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eGPU (bpftime) — Intended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37360"/>
            <a:ext cx="5532120" cy="201168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84708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PTX injection into running GPU kernels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21284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Instruments LD/ST memory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57860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Kernel launch/exit boundary tracing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294436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Events in shared eBPF maps (zero copy)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310128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•  Requires LLVM ≥15 + bpftime runtime + Frida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840480"/>
            <a:ext cx="5532120" cy="1554480"/>
          </a:xfrm>
          <a:prstGeom prst="rect">
            <a:avLst/>
          </a:prstGeom>
          <a:solidFill>
            <a:srgbClr val="FFF0E8"/>
          </a:solidFill>
          <a:ln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88620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87A1E"/>
                </a:solidFill>
              </a:rPr>
              <a:t>⚠  Build Blockers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279392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4000"/>
                </a:solidFill>
              </a:rPr>
              <a:t>✗  Host LLVM 14 (requires ≥15); Docker image has LLVM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608576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4000"/>
                </a:solidFill>
              </a:rPr>
              <a:t>✗  PyTorch/cuDNN kernels ship as cubins — no PTX available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49377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4000"/>
                </a:solidFill>
              </a:rPr>
              <a:t>✗  bpftime aborts when PTX is absent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526694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04000"/>
                </a:solidFill>
              </a:rPr>
              <a:t>✗  nsys failed to attach to torchrun child CUDA contexts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35040" y="1298448"/>
            <a:ext cx="5806440" cy="43891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Hybrid Fallback — What We Did Instead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1737360"/>
            <a:ext cx="5806440" cy="237744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184708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✓  eBPF uprobes on libcuda.so (CPU-side tracing)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223113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✓  Instruments: cuLaunchKernel, cuMemcpyHtoD_v2, cuMemcpyDtoH_v2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61518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✓  Captures: kernel launch timestamps, memory transfer durations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99923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✓  Events tagged COMPUTE_MATH or MEM_TRANSFER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3832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✓  nvidia-smi polling: util%, power W, temp °C at 100ms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76732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95959"/>
                </a:solidFill>
              </a:rPr>
              <a:t>✓  CLOCK_MONOTONIC timestamps → aligned with eBPF 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4224528"/>
            <a:ext cx="5806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88888"/>
                </a:solidFill>
              </a:rPr>
              <a:t>Limitation: Traces CUDA driver API calls from CPU side — not PTX-level GPU kernel instrumentation. GPU execution time is inferred, not directly measured.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Evaluation — Training Results (ResNet-18 / CIFAR-10)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190195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Native — Total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45920"/>
            <a:ext cx="1901952" cy="475488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</a:rPr>
              <a:t>31.8 s
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1298448"/>
            <a:ext cx="190195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Container — Total 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67712" y="1645920"/>
            <a:ext cx="1901952" cy="475488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</a:rPr>
              <a:t>34.3 s
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15384" y="1298448"/>
            <a:ext cx="190195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Time Overhead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15384" y="1645920"/>
            <a:ext cx="1901952" cy="475488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</a:rPr>
              <a:t>+7.9%
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63056" y="1298448"/>
            <a:ext cx="190195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Final Accuracy (both)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63056" y="1645920"/>
            <a:ext cx="1901952" cy="475488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</a:rPr>
              <a:t>81.1%
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10728" y="1298448"/>
            <a:ext cx="190195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Native Throughput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10728" y="1645920"/>
            <a:ext cx="1901952" cy="475488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</a:rPr>
              <a:t>9,274 samp/s
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58400" y="1298448"/>
            <a:ext cx="190195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Container Throughput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1645920"/>
            <a:ext cx="1901952" cy="475488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</a:rPr>
              <a:t>8,472 samp/s
</a:t>
            </a:r>
          </a:p>
        </p:txBody>
      </p:sp>
      <p:pic>
        <p:nvPicPr>
          <p:cNvPr id="19" name="Picture 18" descr="01_training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267712"/>
            <a:ext cx="5669280" cy="3401568"/>
          </a:xfrm>
          <a:prstGeom prst="rect">
            <a:avLst/>
          </a:prstGeom>
        </p:spPr>
      </p:pic>
      <p:pic>
        <p:nvPicPr>
          <p:cNvPr id="20" name="Picture 19" descr="02_training_accura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2267712"/>
            <a:ext cx="5669280" cy="25078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Evaluation — Throughput &amp; Epoch Time</a:t>
            </a:r>
          </a:p>
        </p:txBody>
      </p:sp>
      <p:pic>
        <p:nvPicPr>
          <p:cNvPr id="7" name="Picture 6" descr="03_throughpu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61872"/>
            <a:ext cx="5760720" cy="3456432"/>
          </a:xfrm>
          <a:prstGeom prst="rect">
            <a:avLst/>
          </a:prstGeom>
        </p:spPr>
      </p:pic>
      <p:pic>
        <p:nvPicPr>
          <p:cNvPr id="8" name="Picture 7" descr="04_epoch_ti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61872"/>
            <a:ext cx="5669280" cy="34015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20040" y="587044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888888"/>
                </a:solidFill>
              </a:rPr>
              <a:t>Native epochs average 2.65s each; Container averages 2.98s (+12.5% per epoch). Epoch 1 is slowest in both (CUDA init). Container variance is lower — cgroup scheduling is more deterministic.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Evaluation — Overall Performance Comparison</a:t>
            </a:r>
          </a:p>
        </p:txBody>
      </p:sp>
      <p:pic>
        <p:nvPicPr>
          <p:cNvPr id="7" name="Picture 6" descr="05_tota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61872"/>
            <a:ext cx="7772400" cy="241482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75320" y="1463040"/>
            <a:ext cx="1463040" cy="384048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+7.9%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75320" y="1865376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Training time overhead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75320" y="2578608"/>
            <a:ext cx="1463040" cy="384048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-8.6%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980944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Throughput reduction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75320" y="3694176"/>
            <a:ext cx="1463040" cy="384048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-3.4%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409651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GPU util (active 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4809744"/>
            <a:ext cx="1463040" cy="384048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</a:rPr>
              <a:t>+25.6%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5212080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Power consumption 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5897880"/>
            <a:ext cx="3657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GPU remains the bottleneck in both modes — utilization drop of only 3.4%.
The notable overhead is power (+25.6%): container startup and namespace overhead keeps GPU power draw elevated even during idle periods.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Evaluation — GPU Utilization, Power &amp; Temperature</a:t>
            </a:r>
          </a:p>
        </p:txBody>
      </p:sp>
      <p:pic>
        <p:nvPicPr>
          <p:cNvPr id="7" name="Picture 6" descr="06_gpu_metr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61872"/>
            <a:ext cx="11521440" cy="429514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Evaluation — Syscall Analysis</a:t>
            </a:r>
          </a:p>
        </p:txBody>
      </p:sp>
      <p:pic>
        <p:nvPicPr>
          <p:cNvPr id="7" name="Picture 6" descr="07_syscall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61872"/>
            <a:ext cx="5760720" cy="3360420"/>
          </a:xfrm>
          <a:prstGeom prst="rect">
            <a:avLst/>
          </a:prstGeom>
        </p:spPr>
      </p:pic>
      <p:pic>
        <p:nvPicPr>
          <p:cNvPr id="8" name="Picture 7" descr="08_syscall_laten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261872"/>
            <a:ext cx="5669280" cy="28346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20040" y="5742432"/>
            <a:ext cx="2834640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Native — Total Syscalls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6089904"/>
            <a:ext cx="2834640" cy="45720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</a:rPr>
              <a:t>11,926,534
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18688" y="5742432"/>
            <a:ext cx="2834640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Container — Total Syscalls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18688" y="6089904"/>
            <a:ext cx="2834640" cy="45720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</a:rPr>
              <a:t>8,180,511
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5742432"/>
            <a:ext cx="2834640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Native — Unique Types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17336" y="6089904"/>
            <a:ext cx="2834640" cy="45720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</a:rPr>
              <a:t>121
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15984" y="5742432"/>
            <a:ext cx="2834640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Container — Unique Types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15984" y="6089904"/>
            <a:ext cx="2834640" cy="45720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</a:rPr>
              <a:t>167  (+38%)
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Evaluation — Network Stack Analysis</a:t>
            </a:r>
          </a:p>
        </p:txBody>
      </p:sp>
      <p:pic>
        <p:nvPicPr>
          <p:cNvPr id="7" name="Picture 6" descr="09_network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61872"/>
            <a:ext cx="6858000" cy="213072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406640" y="1298448"/>
            <a:ext cx="4434840" cy="40233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Distributed TCP (Sanskar-Kunal)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6640" y="1700784"/>
            <a:ext cx="4434840" cy="310896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82880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</a:rPr>
              <a:t>TCP Send events: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182880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B5AE"/>
                </a:solidFill>
              </a:rPr>
              <a:t>575  (avg 21.5 MB each)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79" y="2304288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</a:rPr>
              <a:t>TCP Recv events: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040" y="2304288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B5AE"/>
                </a:solidFill>
              </a:rPr>
              <a:t>69,764  (HTTP polling 0.25 MB avg)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79" y="2779776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</a:rPr>
              <a:t>TCP Retransmits: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64040" y="2779776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B5AE"/>
                </a:solidFill>
              </a:rPr>
              <a:t>292  (Wi-Fi packet drops)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255264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</a:rPr>
              <a:t>Sched delay mean: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3255264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B5AE"/>
                </a:solidFill>
              </a:rPr>
              <a:t>2,250 μs  (&gt;1ms filtered)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79" y="3730752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</a:rPr>
              <a:t>Sched delay max: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64040" y="3730752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B5AE"/>
                </a:solidFill>
              </a:rPr>
              <a:t>22,058 μs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98079" y="4206240"/>
            <a:ext cx="1920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95959"/>
                </a:solidFill>
              </a:rPr>
              <a:t>Run duration: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64040" y="4206240"/>
            <a:ext cx="22860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AB5AE"/>
                </a:solidFill>
              </a:rPr>
              <a:t>~8 min 53 s 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" y="587044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888888"/>
                </a:solidFill>
              </a:rPr>
              <a:t>292 retransmits = Wi-Fi unreliability causing gradient sync stalls.
Native TCP send avg 30.4μs vs Container 35.7μs (+17.4%).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Evaluation — CPU Scheduler Latency &amp; Context Switches</a:t>
            </a:r>
          </a:p>
        </p:txBody>
      </p:sp>
      <p:pic>
        <p:nvPicPr>
          <p:cNvPr id="7" name="Picture 6" descr="10_sched_lat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61872"/>
            <a:ext cx="7863840" cy="335835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321040" y="1371600"/>
            <a:ext cx="1828800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Native Mean Latency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8321040" y="1719072"/>
            <a:ext cx="1828800" cy="521208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</a:rPr>
              <a:t>13.9 μs
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04704" y="1371600"/>
            <a:ext cx="1828800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Container Mean Latency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204704" y="1719072"/>
            <a:ext cx="1828800" cy="521208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</a:rPr>
              <a:t>17.7 μs
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088368" y="1371600"/>
            <a:ext cx="1828800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Distributed Mean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088368" y="1719072"/>
            <a:ext cx="1828800" cy="521208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</a:rPr>
              <a:t>2,250 μs
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331720"/>
            <a:ext cx="1828800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Native Ctx Switches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21040" y="2679192"/>
            <a:ext cx="1828800" cy="521208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</a:rPr>
              <a:t>3,367,166
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04704" y="2331720"/>
            <a:ext cx="1828800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Container Ctx Switches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04704" y="2679192"/>
            <a:ext cx="1828800" cy="521208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</a:rPr>
              <a:t>2,508,117
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88368" y="2331720"/>
            <a:ext cx="1828800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</a:rPr>
              <a:t>Native Rate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088368" y="2679192"/>
            <a:ext cx="1828800" cy="521208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595959"/>
                </a:solidFill>
              </a:rPr>
              <a:t>55,108 /s
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337560"/>
            <a:ext cx="3611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Container scheduling latency mean is +27.3% higher (17.7 vs 13.9 μs),
but P95 is actually lower (14.4 vs 15.2 μs) — cgroup scheduling is more uniform.
Distributed TCP sched latency is 160× higher due to I/O blocking on socket waits.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Overhead Summary — All Metrics</a:t>
            </a:r>
          </a:p>
        </p:txBody>
      </p:sp>
      <p:pic>
        <p:nvPicPr>
          <p:cNvPr id="7" name="Picture 6" descr="11_overhead_summary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261872"/>
            <a:ext cx="11521440" cy="73549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Insights &amp; Key Findings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335024"/>
            <a:ext cx="34747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3350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2376" y="1335024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B5AE"/>
                </a:solidFill>
              </a:rPr>
              <a:t>Container adds ~7.9% training time overhead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1700784"/>
            <a:ext cx="5266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</a:rPr>
              <a:t>On H100 NVL GPUs, Docker adds 2.5 extra seconds per 31.8s run. GPU is the bottleneck — not container overhead.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2542032"/>
            <a:ext cx="34747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5420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" y="2542032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B5AE"/>
                </a:solidFill>
              </a:rPr>
              <a:t>GPU utilization is near-identical (76.7% vs 74.1%)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" y="2907792"/>
            <a:ext cx="5266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</a:rPr>
              <a:t>Active-period GPU util drops only 3.4%. Both environments are GPU-bound. Containerization doesn't throttle the GPU.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749040"/>
            <a:ext cx="34747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749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749040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B5AE"/>
                </a:solidFill>
              </a:rPr>
              <a:t>Power consumption spikes +25.6% in container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" y="4114800"/>
            <a:ext cx="5266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</a:rPr>
              <a:t>Container init (overlay FS, namespace setup) keeps GPU power elevated during idle phases (198.9W vs 158.4W avg).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4956048"/>
            <a:ext cx="34747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49560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4956048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B5AE"/>
                </a:solidFill>
              </a:rPr>
              <a:t>Syscall diversity increases +38% in containers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5321808"/>
            <a:ext cx="5266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</a:rPr>
              <a:t>167 unique syscall types in container vs 121 native. Overlay FS, veth, and cgroup management generate extra kernel calls.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90488" y="1335024"/>
            <a:ext cx="34747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0488" y="1335024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92824" y="1335024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B5AE"/>
                </a:solidFill>
              </a:rPr>
              <a:t>Scheduling latency mean +27.3% in container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92824" y="1700784"/>
            <a:ext cx="5266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</a:rPr>
              <a:t>17.7 vs 13.9 μs mean. But P95 is slightly better in container (14.4 vs 15.2 μs) — cgroup scheduling is more uniform.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0488" y="2542032"/>
            <a:ext cx="34747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0488" y="2542032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92824" y="2542032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B5AE"/>
                </a:solidFill>
              </a:rPr>
              <a:t>Distributed TCP sched latency is 160× worse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92824" y="2907792"/>
            <a:ext cx="5266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</a:rPr>
              <a:t>2,250 μs mean in distributed FL setup (vs 13.9 μs native). Wi-Fi blocking I/O completely dominates CPU scheduling cost.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0488" y="3749040"/>
            <a:ext cx="34747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90488" y="374904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92824" y="3749040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B5AE"/>
                </a:solidFill>
              </a:rPr>
              <a:t>292 TCP retransmits in distributed setup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92824" y="4114800"/>
            <a:ext cx="5266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</a:rPr>
              <a:t>Wi-Fi instability causes gradient sync stalls. RDMA/InfiniBand would eliminate this entirely.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190488" y="4956048"/>
            <a:ext cx="34747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190488" y="4956048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92824" y="4956048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AB5AE"/>
                </a:solidFill>
              </a:rPr>
              <a:t>eBPF is a viable unified profiling layer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92824" y="5321808"/>
            <a:ext cx="526694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</a:rPr>
              <a:t>Single framework captures CPU scheduling, syscalls, TCP stack, and GPU driver events with near-zero overhead.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Limitations &amp; Future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298448"/>
            <a:ext cx="7589520" cy="40233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Current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7556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A1E"/>
                </a:solidFill>
              </a:rPr>
              <a:t>⚠  eGPU Build Failed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048256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PTX-level GPU instrumentation required LLVM ≥15. We used a CPU-side uprobe fallback. True GPU kernel instrumentation remains unachieved.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560320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A1E"/>
                </a:solidFill>
              </a:rPr>
              <a:t>⚠  Single Trial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52928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Only one run per configuration (native/container). Statistical variance not captured. 3+ trials with median selection would strengthen conclusions.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364992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A1E"/>
                </a:solidFill>
              </a:rPr>
              <a:t>⚠  eBPF Requires Root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3657600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All eBPF profilers need sudo. Deployment in locked-down cloud environments (e.g., GKE) is not possible without privileged containers.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169664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A1E"/>
                </a:solidFill>
              </a:rPr>
              <a:t>⚠  nvidia-smi Resolution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4462272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100ms polling misses sub-millisecond GPU events. CUPTI or Nsight Compute would provide microsecond-level GPU kernel timing.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4974336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A1E"/>
                </a:solidFill>
              </a:rPr>
              <a:t>⚠  Single-Node Only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5266944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Config A experiments run on one server. Multi-node DDP overhead (NCCL ring AllReduce across nodes) not measured.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577900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87A1E"/>
                </a:solidFill>
              </a:rPr>
              <a:t>⚠  System-Wide eBPF Probes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071616"/>
            <a:ext cx="74066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Our eBPF profilers capture all processes, not just the training job. This inflates syscall and context-switch counts.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1298448"/>
            <a:ext cx="3749039" cy="40233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92440" y="1700784"/>
            <a:ext cx="3749039" cy="4572000"/>
          </a:xfrm>
          <a:prstGeom prst="rect">
            <a:avLst/>
          </a:prstGeom>
          <a:solidFill>
            <a:srgbClr val="D6F2F1"/>
          </a:solidFill>
          <a:ln>
            <a:solidFill>
              <a:srgbClr val="2AB5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83879" y="18288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→  Upgrade to LLVM ≥15 and build full eGPU (bpftime) for PTX-level GPU tracing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79" y="256032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→  Run 5+ trials and report mean ± std for all metrics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79" y="329184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→  Add CUDA stream-level profiling via CUPTI for compute/communication overlap measurement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402336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→  Extend to multi-node DDP on InfiniBand vs TCP and quantify RDMA benefit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79" y="475488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→  Add per-PID eBPF filtering to isolate training process from system noise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5486400"/>
            <a:ext cx="3566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→  Test on smaller GPUs (RTX class) where container overhead may be relatively larger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5029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95959"/>
                </a:solidFill>
              </a:rPr>
              <a:t>Conclusions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005840"/>
            <a:ext cx="10515600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179576"/>
            <a:ext cx="34747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17957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17957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B5AE"/>
                </a:solidFill>
              </a:rPr>
              <a:t>Containerization overhead is real but modest on H100s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154533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Docker adds 7.9% training time and -8.6% throughput. GPU utilization is almost identical — container overhead does not significantly throttle GPU-bound workloads.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221991"/>
            <a:ext cx="34747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22199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221991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B5AE"/>
                </a:solidFill>
              </a:rPr>
              <a:t>Power is the hidden container cost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2587751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Container GPU power is +25.6% higher. Container initialisation keeps the GPU at elevated power even during idle phases between epochs.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3264406"/>
            <a:ext cx="34747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26440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26440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B5AE"/>
                </a:solidFill>
              </a:rPr>
              <a:t>Syscall diversity is a container fingerprint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63016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+38% unique syscall types in containers reveal overlay FS, veth, and cgroup activity invisible at the application layer.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306821"/>
            <a:ext cx="34747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0682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4306821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B5AE"/>
                </a:solidFill>
              </a:rPr>
              <a:t>Distributed TCP over Wi-Fi is the dominant bottleneck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672581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160× higher scheduling latency and 292 retransmits vs zero in native/container. Network infrastructure quality matters far more than containerization.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" y="5349236"/>
            <a:ext cx="347472" cy="347472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349236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" y="5349236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B5AE"/>
                </a:solidFill>
              </a:rPr>
              <a:t>eBPF is a unified, zero-overhead profiling layer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3000" y="5714996"/>
            <a:ext cx="10515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595959"/>
                </a:solidFill>
              </a:rPr>
              <a:t>A single eBPF framework successfully profiles CPU scheduling, syscalls, TCP stack, and GPU driver events concurrently — validating eBPF as the right tool for ML system observability.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21424"/>
            <a:ext cx="12188952" cy="36576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09728"/>
            <a:ext cx="1234440" cy="5943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20040" y="658368"/>
            <a:ext cx="64008" cy="45720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5488" y="64008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595959"/>
                </a:solidFill>
              </a:rPr>
              <a:t>References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325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[1] Yang et al., "eGPU: Extending eBPF Programmability and Observability to GPUs," HCDS '25. https://dl.acm.org/doi/pdf/10.1145/3723851.3726984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180136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[2] eGPU (bpftime) GitHub: https://github.com/eunomia-bpf/eGPU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227685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[3] BCC (BPF Compiler Collection): https://github.com/iovisor/bcc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275234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[4] NVIDIA Nsight Systems: https://developer.nvidia.com/nsight-systems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3227832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[5] CUDA CUPTI: https://docs.nvidia.com/cupti/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703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[6] PyTorch ResNet: https://docs.pytorch.org/vision/main/models/resnet.html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4178808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[7] NVIDIA Container Toolkit: https://docs.nvidia.com/datacenter/cloud-native/container-toolkit/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4654296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95959"/>
                </a:solidFill>
              </a:rPr>
              <a:t>[8] PyTorch Distributed Data Parallel: https://pytorch.org/tutorials/intermediate/ddp_tutorial.html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5212080"/>
            <a:ext cx="5788152" cy="1188720"/>
          </a:xfrm>
          <a:prstGeom prst="rect">
            <a:avLst/>
          </a:prstGeom>
          <a:solidFill>
            <a:srgbClr val="2AB5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5285232"/>
            <a:ext cx="5788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5870448"/>
            <a:ext cx="57881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Group 21  •  GRS Part B  •  IIIT Delhi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48872" y="6537960"/>
            <a:ext cx="457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88888"/>
                </a:solidFill>
              </a:rPr>
              <a:t>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